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325e1df29141f5" /><Relationship Type="http://schemas.openxmlformats.org/officeDocument/2006/relationships/extended-properties" Target="/docProps/app.xml" Id="R42b6002f3a5540e5" /><Relationship Type="http://schemas.openxmlformats.org/officeDocument/2006/relationships/officeDocument" Target="/ppt/presentation.xml" Id="R011bb672b4ed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d7237b403c4537"/>
  </p:sldMasterIdLst>
  <p:notesMasterIdLst>
    <p:notesMasterId xmlns:r="http://schemas.openxmlformats.org/officeDocument/2006/relationships" r:id="R199d8cf7e3c44961"/>
  </p:notesMasterIdLst>
  <p:sldIdLst>
    <p:sldId xmlns:r="http://schemas.openxmlformats.org/officeDocument/2006/relationships" id="256" r:id="Rae89e26493c84cd1"/>
    <p:sldId xmlns:r="http://schemas.openxmlformats.org/officeDocument/2006/relationships" id="257" r:id="R338d019ded1f486f"/>
    <p:sldId xmlns:r="http://schemas.openxmlformats.org/officeDocument/2006/relationships" id="258" r:id="R55fe974f34094aad"/>
    <p:sldId xmlns:r="http://schemas.openxmlformats.org/officeDocument/2006/relationships" id="259" r:id="R28d3b7b6d8254efd"/>
    <p:sldId xmlns:r="http://schemas.openxmlformats.org/officeDocument/2006/relationships" id="260" r:id="Rbc9a87e8010a426a"/>
    <p:sldId xmlns:r="http://schemas.openxmlformats.org/officeDocument/2006/relationships" id="261" r:id="Rd4606a60cd414764"/>
    <p:sldId xmlns:r="http://schemas.openxmlformats.org/officeDocument/2006/relationships" id="262" r:id="R3fc85329837b440c"/>
    <p:sldId xmlns:r="http://schemas.openxmlformats.org/officeDocument/2006/relationships" id="263" r:id="R8f4641e7bdb345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07f00626a4cfc" /><Relationship Type="http://schemas.openxmlformats.org/officeDocument/2006/relationships/slideMaster" Target="/ppt/slideMasters/slideMaster1.xml" Id="Rffd7237b403c4537" /><Relationship Type="http://schemas.openxmlformats.org/officeDocument/2006/relationships/notesMaster" Target="/ppt/notesMasters/notesMaster1.xml" Id="R199d8cf7e3c44961" /><Relationship Type="http://schemas.openxmlformats.org/officeDocument/2006/relationships/presProps" Target="/ppt/presProps.xml" Id="R4bac430574434663" /><Relationship Type="http://schemas.openxmlformats.org/officeDocument/2006/relationships/tableStyles" Target="/ppt/tableStyles.xml" Id="R3bdccf247d434488" /><Relationship Type="http://schemas.openxmlformats.org/officeDocument/2006/relationships/slide" Target="/ppt/slides/slide1.xml" Id="Rae89e26493c84cd1" /><Relationship Type="http://schemas.openxmlformats.org/officeDocument/2006/relationships/slide" Target="/ppt/slides/slide2.xml" Id="R338d019ded1f486f" /><Relationship Type="http://schemas.openxmlformats.org/officeDocument/2006/relationships/slide" Target="/ppt/slides/slide3.xml" Id="R55fe974f34094aad" /><Relationship Type="http://schemas.openxmlformats.org/officeDocument/2006/relationships/slide" Target="/ppt/slides/slide4.xml" Id="R28d3b7b6d8254efd" /><Relationship Type="http://schemas.openxmlformats.org/officeDocument/2006/relationships/slide" Target="/ppt/slides/slide5.xml" Id="Rbc9a87e8010a426a" /><Relationship Type="http://schemas.openxmlformats.org/officeDocument/2006/relationships/slide" Target="/ppt/slides/slide6.xml" Id="Rd4606a60cd414764" /><Relationship Type="http://schemas.openxmlformats.org/officeDocument/2006/relationships/slide" Target="/ppt/slides/slide7.xml" Id="R3fc85329837b440c" /><Relationship Type="http://schemas.openxmlformats.org/officeDocument/2006/relationships/slide" Target="/ppt/slides/slide8.xml" Id="R8f4641e7bdb345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2d71b16a2e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28a38c5224e79" /><Relationship Type="http://schemas.openxmlformats.org/officeDocument/2006/relationships/notesMaster" Target="/ppt/notesMasters/notesMaster1.xml" Id="R60936cfc622d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f14fa5e90448f" /><Relationship Type="http://schemas.openxmlformats.org/officeDocument/2006/relationships/notesMaster" Target="/ppt/notesMasters/notesMaster1.xml" Id="Rbe0e4ee777994f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a4b5126f8494d" /><Relationship Type="http://schemas.openxmlformats.org/officeDocument/2006/relationships/notesMaster" Target="/ppt/notesMasters/notesMaster1.xml" Id="R594854f0b7f94b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fc287f2304ae9" /><Relationship Type="http://schemas.openxmlformats.org/officeDocument/2006/relationships/notesMaster" Target="/ppt/notesMasters/notesMaster1.xml" Id="R6379d0070b6d4e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f5f41efdf4b2b" /><Relationship Type="http://schemas.openxmlformats.org/officeDocument/2006/relationships/notesMaster" Target="/ppt/notesMasters/notesMaster1.xml" Id="Rd14dfcd4c66644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0662b110444129" /><Relationship Type="http://schemas.openxmlformats.org/officeDocument/2006/relationships/notesMaster" Target="/ppt/notesMasters/notesMaster1.xml" Id="Re26dfc55d1424e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9c1ba95537439b" /><Relationship Type="http://schemas.openxmlformats.org/officeDocument/2006/relationships/notesMaster" Target="/ppt/notesMasters/notesMaster1.xml" Id="Raa4aab32a871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23653bab4481a" /><Relationship Type="http://schemas.openxmlformats.org/officeDocument/2006/relationships/notesMaster" Target="/ppt/notesMasters/notesMaster1.xml" Id="Rcf43aa0bbe27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7bab8a7894e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2e2a479f64307" /><Relationship Type="http://schemas.openxmlformats.org/officeDocument/2006/relationships/slideLayout" Target="/ppt/slideLayouts/slideLayout1.xml" Id="R322e4dbfcc00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e4dbfcc00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7c81994074f24" /><Relationship Type="http://schemas.openxmlformats.org/officeDocument/2006/relationships/notesSlide" Target="/ppt/notesSlides/notesSlide1.xml" Id="R5ad084027c3d46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868015d904dce" /><Relationship Type="http://schemas.openxmlformats.org/officeDocument/2006/relationships/notesSlide" Target="/ppt/notesSlides/notesSlide2.xml" Id="Rbb5baa809794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db40df7754fec" /><Relationship Type="http://schemas.openxmlformats.org/officeDocument/2006/relationships/notesSlide" Target="/ppt/notesSlides/notesSlide3.xml" Id="R17244a4884d34d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be8b7c31e440d" /><Relationship Type="http://schemas.openxmlformats.org/officeDocument/2006/relationships/notesSlide" Target="/ppt/notesSlides/notesSlide4.xml" Id="R590cc739668746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a47c791ca41a4" /><Relationship Type="http://schemas.openxmlformats.org/officeDocument/2006/relationships/notesSlide" Target="/ppt/notesSlides/notesSlide5.xml" Id="R51314e381a584c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9c37ffcb947b4" /><Relationship Type="http://schemas.openxmlformats.org/officeDocument/2006/relationships/notesSlide" Target="/ppt/notesSlides/notesSlide6.xml" Id="R5476fe05a4f140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efdbe411c464b" /><Relationship Type="http://schemas.openxmlformats.org/officeDocument/2006/relationships/notesSlide" Target="/ppt/notesSlides/notesSlide7.xml" Id="Rbfe7b4dce42647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7325003de4fd9" /><Relationship Type="http://schemas.openxmlformats.org/officeDocument/2006/relationships/notesSlide" Target="/ppt/notesSlides/notesSlide8.xml" Id="R242125f6afa547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0B9A3-06B4-4678-8764-1FB736F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SISTEMAS INTELIGENTES · SESIÓN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17DAA-0582-4C7A-B1E1-D2644FE8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94CBA-05A4-4F89-B848-2DC9AEC1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IA, automatización y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problemas pertinentes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9E3B5-90B2-4DEE-AEE6-D8A54DA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EAF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9EAF0"/>
                </a:solidFill>
                <a:latin typeface="Aptos"/>
                <a:ea typeface="Aptos"/>
                <a:cs typeface="Aptos"/>
              </a:rPr>
              <a:t>Decidir cuándo una regla simple es suficiente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76EBF-B030-4858-9737-07AF75E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43000"/>
            <a:ext cx="2381250" cy="3810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C2546"/>
          </a:solidFill>
          <a:ln xmlns:a="http://schemas.openxmlformats.org/drawingml/2006/main" w="9525">
            <a:solidFill>
              <a:srgbClr val="1D45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318FC-862E-47BB-9B0E-EB58DB0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166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9EE19-4C74-480B-9184-66388865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minutos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C1B59-91E2-40F1-A71B-420145D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60 min teoría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 min práctica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FC7F3-82AE-49D5-97EE-FFF66839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Pregunta detonante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9122F-7101-46AE-8054-7FD5050B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¿Todo proceso que toma una decisión puede llamarse inteligente?</a:t>
            </a:r>
          </a:p>
        </p:txBody>
      </p:sp>
    </p:spTree>
    <p:extLst>
      <p:ext uri="{BB962C8B-B14F-4D97-AF65-F5344CB8AC3E}">
        <p14:creationId xmlns:p14="http://schemas.microsoft.com/office/powerpoint/2010/main" val="811189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74079-9316-46B0-8DE1-3D122069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ACTIVACIÓN · 10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8E40E-D0D6-4421-8C1A-D067F36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4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C6DA8-383F-4031-A853-EBCC88C0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Piensa antes de definir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6BC7-B5DA-4E82-9FBC-0A0BD7C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Responde individualmente; después contrasta con una pareja.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4DDB0-3E14-41D8-BE4E-3154CA6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06299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8F9"/>
          </a:solidFill>
          <a:ln xmlns:a="http://schemas.openxmlformats.org/drawingml/2006/main" w="9525">
            <a:solidFill>
              <a:srgbClr val="B7E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D11DC-A6B9-4337-83F8-3E7BBD35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¿Todo proceso que toma una decisión</a:t>
            </a:r>
          </a:p>
          <a:p xmlns:a="http://schemas.openxmlformats.org/drawingml/2006/main">
            <a:pPr algn="ctr">
              <a:defRPr sz="292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puede llamarse inteligente?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45496-52DF-4D37-83C3-EE76097A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1485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Escribe una razón y un contraejemplo.</a:t>
            </a:r>
          </a:p>
        </p:txBody>
      </p:sp>
    </p:spTree>
    <p:extLst>
      <p:ext uri="{BB962C8B-B14F-4D97-AF65-F5344CB8AC3E}">
        <p14:creationId xmlns:p14="http://schemas.microsoft.com/office/powerpoint/2010/main" val="1653673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686A9-1AE0-4F22-91E6-F9E918C2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EXPLICACIÓN DIALOGADA · 25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FED98-F6DC-489C-BC0B-2E5A6E5F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4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E37E4-FF80-4B01-AF26-52048F83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Cuatro capas que no significan lo mismo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BAB36-E1B5-424F-9F6C-1849BBF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Clasifica por lo que hace realmente cada componente.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EC70F-B4A3-4034-97AF-182671F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7D5BB-3993-4675-BBD7-6599083A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AUTOMATIZACIÓN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BA494-0EAB-44CA-B09B-5971AD4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Ejecuta reglas definidas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E7CD6-ECEC-4203-8366-25C8B22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Si fecha − hoy = 3 → enviar correo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D63DE-B4A5-4DFB-8C18-21D39C9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4B139-877D-4E39-BFE7-FE510A9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5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6500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1DE3C-E9A7-44F3-AAF7-26301BA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43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Estima o predice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7E6AB-4936-4AD9-806E-D61CE6F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Probabilidad de retraso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76321-9B4F-4CA4-9320-FFFFDE0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4AD07-5A60-44BE-BFD2-8127AD99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428CB-1377-466F-9666-8A6CD82A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Coordina datos, reglas y personas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B7BC3-0090-455A-9E6B-3AB16FC3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Predicción + consentimiento + revisión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11236-8922-47C5-A2AD-7A9463B3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6F942-A850-4ED5-907D-8F3C551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746A0-1E42-43C9-B3E5-FE487B56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Entrega valor en un contexto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C24C0-DA01-41F6-8755-F1C1E168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005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Portal completo de biblioteca</a:t>
            </a:r>
          </a:p>
        </p:txBody>
      </p:sp>
    </p:spTree>
    <p:extLst>
      <p:ext uri="{BB962C8B-B14F-4D97-AF65-F5344CB8AC3E}">
        <p14:creationId xmlns:p14="http://schemas.microsoft.com/office/powerpoint/2010/main" val="532539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67760-AE1D-4833-97A2-7794400A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EJEMPLO COMENTADO · 15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F7AD3-3649-46EB-9F11-A6AF610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D6C6B-C32C-4DF8-BBA1-BDC950D6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 caso de la biblioteca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7FDD5-4725-4E0E-8BF0-AD312CDF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5D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5D4E8"/>
                </a:solidFill>
                <a:latin typeface="Aptos"/>
                <a:ea typeface="Aptos"/>
                <a:cs typeface="Aptos"/>
              </a:rPr>
              <a:t>La inteligencia no aparece por añadir una etiqueta.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C621-AA0E-47E3-91B2-90E0D16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ECE41-CDB2-4D20-9041-E57F3A21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B068D-C302-4239-AB2B-51E6B4A8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57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REGLA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FD74E-02A0-4BEE-9BEF-0B70F18F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260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Correo 3 días 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32EA3-BD35-4743-A56A-42275668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71475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8F1DF-38BF-438F-8569-CD1707C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1D3C1-72E2-4FE6-86BF-4056A10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EF43C-9F4B-461F-A39E-6F0F8BEF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57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MODELO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4C896-DD6E-4937-9645-272619EE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05250"/>
            <a:ext cx="260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Predice riesgo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50080-1EA7-4995-A090-DEEEF8FC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A413B-22D2-4387-978B-87725A9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49AE0-33BD-4662-A229-AA43F178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4DB2D-EDBD-442C-8A4F-3B49BB0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07785-90A8-45FC-ADF8-0FCA9C4A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260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Explica, pide consentimiento y permite revisión</a:t>
            </a:r>
          </a:p>
        </p:txBody>
      </p:sp>
    </p:spTree>
    <p:extLst>
      <p:ext uri="{BB962C8B-B14F-4D97-AF65-F5344CB8AC3E}">
        <p14:creationId xmlns:p14="http://schemas.microsoft.com/office/powerpoint/2010/main" val="1318675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46D97-15BC-4C36-85D3-1647AA05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EJERCICIO GUIADO · 30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F3252-E4C4-450A-A64A-13FC2717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4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2646F-E451-47D3-BF08-F3B28CC3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Clasificar no basta: hay que defender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186DA-983F-4C06-83D7-7564EA0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Ocho soluciones universitarias · tres decisiones posibles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9C439-223C-4FAE-BB8C-40681FE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3524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8F9"/>
          </a:solidFill>
          <a:ln xmlns:a="http://schemas.openxmlformats.org/drawingml/2006/main" w="9525">
            <a:solidFill>
              <a:srgbClr val="B7E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A3808-D6C3-4DBE-BE06-ED815B9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REQUIERE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FC61E-4536-4F17-8347-9284E287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La variación exige aprender, inferir o percibir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FEB6F-E95F-4E81-B987-9BCCCD0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86075"/>
            <a:ext cx="3524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80103-475E-47BE-B659-6ED0678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5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A6500"/>
                </a:solidFill>
                <a:latin typeface="Aptos"/>
                <a:ea typeface="Aptos"/>
                <a:cs typeface="Aptos"/>
              </a:rPr>
              <a:t>BASTA AUTOMATIZAR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EDF46-A909-4CFE-B576-E0C0A84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Una regla estable resuelve el caso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68B29-AE38-4A56-A9EB-7E02F8FC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86075"/>
            <a:ext cx="35242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2B5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A70CB-CEF7-4D77-98E4-22F1BB9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3A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3A24"/>
                </a:solidFill>
                <a:latin typeface="Aptos"/>
                <a:ea typeface="Aptos"/>
                <a:cs typeface="Aptos"/>
              </a:rPr>
              <a:t>NO CONVIENE CONSTRUIR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ACC85-5F15-4DC7-8505-455FC0B6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Riesgo, falta de evidencia o propósito injustificado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CF7BA-9323-4A05-889E-AC66DD3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67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47A"/>
                </a:solidFill>
                <a:latin typeface="Aptos"/>
                <a:ea typeface="Aptos"/>
                <a:cs typeface="Aptos"/>
              </a:rPr>
              <a:t>Criterio común: evidencia · límites · responsabilidad</a:t>
            </a:r>
          </a:p>
        </p:txBody>
      </p:sp>
    </p:spTree>
    <p:extLst>
      <p:ext uri="{BB962C8B-B14F-4D97-AF65-F5344CB8AC3E}">
        <p14:creationId xmlns:p14="http://schemas.microsoft.com/office/powerpoint/2010/main" val="871337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30FD5-EF67-4BD3-BBBD-AE02AE1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PROCEDIMIENTO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01F44-EC22-4F33-8DC5-F90D7A14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ADF3A-09FA-4810-AE08-FFF5B8F9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la intuición a una decisión defendible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4154C-7423-449C-82DC-BF1C5B3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0FE16-1501-478A-9B80-4E790164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95525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7C648-FEDF-443C-A34B-F2FAAF96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717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Propuesta individual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DE82F-A8AB-4532-90DB-49F586D2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EA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EAF0"/>
                </a:solidFill>
                <a:latin typeface="Aptos"/>
                <a:ea typeface="Aptos"/>
                <a:cs typeface="Aptos"/>
              </a:rPr>
              <a:t>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3AAE4-3751-4DC4-8A2E-8FC066D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6C723-3554-4D85-8CCB-61EDAE3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71825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01BBC-8BE7-4083-B4D2-5CE2EF3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480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Contraste en pareja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6822C-E1A3-4795-ABA3-6134C24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480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EA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EAF0"/>
                </a:solidFill>
                <a:latin typeface="Aptos"/>
                <a:ea typeface="Aptos"/>
                <a:cs typeface="Aptos"/>
              </a:rPr>
              <a:t>localiza una diferencia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EB4AC-44A6-4D06-8076-3180D4F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1F143-0B14-42EA-9896-569CB33B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48125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D9286-5BB2-43AC-B8CF-73B03E29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243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Resolución por 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97F59-5994-414B-AF49-8EF22152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EA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EAF0"/>
                </a:solidFill>
                <a:latin typeface="Aptos"/>
                <a:ea typeface="Aptos"/>
                <a:cs typeface="Aptos"/>
              </a:rPr>
              <a:t>usa el instrumento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DBD95-59C0-44A4-AE6A-AABD81FF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2E8C1-C142-4BA2-9D7F-F7B23361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914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9F65D-FFD9-49CD-AF94-7AA48E76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006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Puesta en común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C1604-46A8-43DC-904F-A97A77D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EA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EAF0"/>
                </a:solidFill>
                <a:latin typeface="Aptos"/>
                <a:ea typeface="Aptos"/>
                <a:cs typeface="Aptos"/>
              </a:rPr>
              <a:t>compara evidencia y límites</a:t>
            </a:r>
          </a:p>
        </p:txBody>
      </p:sp>
    </p:spTree>
    <p:extLst>
      <p:ext uri="{BB962C8B-B14F-4D97-AF65-F5344CB8AC3E}">
        <p14:creationId xmlns:p14="http://schemas.microsoft.com/office/powerpoint/2010/main" val="1350938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78A80-F4E0-48B5-9B96-B39E9B5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REVISIÓN Y CIERRE · 20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2A274-432C-4240-85AC-32ECF3C0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4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376E8-5227-41F7-B9E6-7380F3B7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74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Una respuesta correcta no es evidencia suficiente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2DFB4-76E4-44B8-81C5-5AE02E51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47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47A"/>
                </a:solidFill>
                <a:latin typeface="Aptos"/>
                <a:ea typeface="Aptos"/>
                <a:cs typeface="Aptos"/>
              </a:rPr>
              <a:t>Antes de aceptar una solución, pregunte: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1E517-FEA2-44ED-A227-B34A720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DCB03-4A96-4610-AEDB-FC41DAE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D2135-74FB-4090-B924-3FB8961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289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¿Qué datos y procedimiento sostienen la salida?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C569F-25FC-4C4D-819D-0147080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8E4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14F59-623A-4C55-AF85-676D192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0B939-5295-4635-A57B-991945C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195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¿Qué ocurre en casos límite o con evidencia insuficiente?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110EA-A989-4650-BC16-B3F2AACB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0287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211A2-D69E-4DAB-90EE-6C95D96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A6B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A6B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0B360-E3CF-4BF4-95BB-CE0F1516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01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32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329"/>
                </a:solidFill>
                <a:latin typeface="Aptos"/>
                <a:ea typeface="Aptos"/>
                <a:cs typeface="Aptos"/>
              </a:rPr>
              <a:t>¿Quién responde por la consecuencia y puede detenerla?</a:t>
            </a:r>
          </a:p>
        </p:txBody>
      </p:sp>
    </p:spTree>
    <p:extLst>
      <p:ext uri="{BB962C8B-B14F-4D97-AF65-F5344CB8AC3E}">
        <p14:creationId xmlns:p14="http://schemas.microsoft.com/office/powerpoint/2010/main" val="2016818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730D8-5FC7-494B-9D10-8ABF764E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DESPUÉS DE CLASE · 90 MINUTOS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5154C-16FF-4906-9C9D-82A71588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BF5FB-12BB-4AF1-8174-F798D8BD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Continuación independiente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DECD8-BBCF-4EAA-85E7-A00F4B9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5D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5D4E8"/>
                </a:solidFill>
                <a:latin typeface="Aptos"/>
                <a:ea typeface="Aptos"/>
                <a:cs typeface="Aptos"/>
              </a:rPr>
              <a:t>Actividades distintas a las realizadas en el aula.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75904-7AFF-4406-BE23-63E189DA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2571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DEB71-E5CA-490B-95D9-678A56B5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861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746E3-B0B5-472E-B763-E5C1997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REPASO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9B398-4C96-40D0-A8BA-C6F29625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Síntesis de 5 ideas + ejemplo propio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A1533-1490-4818-9F24-C12BC40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57500"/>
            <a:ext cx="2571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3A284-F5B7-4418-B48C-18AC94BD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861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27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8DB2C-62A1-47AA-90D5-7122634C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19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ENTRENAMIENTO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93E6A-51C7-4DB3-93B0-BABD711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719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Nueva variante de clasificación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57249-3DD2-4905-B599-48B0B13F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71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1E475-1105-4317-B102-D0567855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861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16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5B16F-3B96-42BC-A683-EA560DF6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19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LABORATORIO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1EEAD-CF57-4960-80C2-39D6606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719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Radar IA o automatización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8D4F-8EB3-4322-8A9B-367965B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57500"/>
            <a:ext cx="2571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D52"/>
          </a:solidFill>
          <a:ln xmlns:a="http://schemas.openxmlformats.org/drawingml/2006/main" w="9525">
            <a:solidFill>
              <a:srgbClr val="1E53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C2C3F-80B9-4665-9FAE-9488CEA4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861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27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18C47-3C25-4AB0-8D52-FF888BCB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19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FE8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E8EE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3F0A2-412C-49D0-A906-C1E64AFA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719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09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Problema real: versión sin IA y con 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7DC8E-B81A-4D37-9A81-A9743876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5D4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5D4E8"/>
                </a:solidFill>
                <a:latin typeface="Aptos"/>
                <a:ea typeface="Aptos"/>
                <a:cs typeface="Aptos"/>
              </a:rPr>
              <a:t>Salida de clase: decisión principal · caso de fallo · duda o prueba pendiente</a:t>
            </a:r>
          </a:p>
        </p:txBody>
      </p:sp>
    </p:spTree>
    <p:extLst>
      <p:ext uri="{BB962C8B-B14F-4D97-AF65-F5344CB8AC3E}">
        <p14:creationId xmlns:p14="http://schemas.microsoft.com/office/powerpoint/2010/main" val="240338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2026-08-12T21:50:11.1350000Z</dcterms:created>
  <dcterms:modified xsi:type="dcterms:W3CDTF">2026-08-12T21:50:11.1350000Z</dcterms:modified>
</coreProperties>
</file>